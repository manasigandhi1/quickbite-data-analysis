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3" r:id="rId3"/>
    <p:sldId id="259" r:id="rId4"/>
    <p:sldId id="262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E8F8"/>
    <a:srgbClr val="E6D6F2"/>
    <a:srgbClr val="6D2CA8"/>
    <a:srgbClr val="FEF4FD"/>
    <a:srgbClr val="FEF3FE"/>
    <a:srgbClr val="662D91"/>
    <a:srgbClr val="662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F8E1-BFFA-719D-F341-E85FDCA76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8387C-11D7-A635-B197-6EC2ACB69F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F7F4F-6020-4EF3-A55A-9E26606B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F1365-D96F-46CE-C306-6EDCAE2C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32B8D-6842-CA93-6C79-4EC084966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20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F6134-4B37-6132-5977-8C400BD3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271D2-2B0D-A8A0-48DE-AFEE6A785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BB54E-F62C-EEA0-734A-936192C5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F383D-2ED3-80BD-6531-8CCB1E6E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291D-4D0A-F857-FFF6-31483137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18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4A17-D968-6161-D8C3-CEB4B1F6B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3AC18-176A-8F7B-92C4-0F2B846A0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DAE4D-E2C6-FFC7-3D87-BBAE6EE30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2D2C5-8FBD-8579-E809-DAEF740DD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D1BF4-2F3E-9601-1886-5DE90CCA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3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93155-871F-5EC9-C8C3-C80CA0559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E0BD9-2BDB-BA99-2240-B28F3C412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5044C-608A-23E3-1752-7C41DC6BD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FB262-33F4-0570-F280-A21EA060D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E6EF5-AC86-8639-D683-F6E6F958B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50868-6951-BD69-4C05-13FB3D00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969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54652-8ACC-2DAE-A348-96DEC91F8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AC6AD-82B2-769D-9B5B-68C64B140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055AD-865B-D184-50C6-7E0A92F22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02EAED-0F65-7838-375F-572ED9378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A88660-6B3E-C2F7-FF05-2B8E5E3D4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E8368-FA7E-C587-8722-38481BA5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0CBBBA-7C9C-6158-B198-62263D357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E365A-5E07-22D8-CFF6-02157AE4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04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F0DE4-A625-57A6-5527-44177AC9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5DD11F-357C-D62C-7D99-E48270B62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4FC71-92F8-FFE4-A2B4-1735DECC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2E97E-5007-33D7-508C-6C3E2ED3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23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85E74C-A0DB-8CE0-97B1-50F8E5930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04C0C-FE5B-A70C-917D-467D9360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144AC-1459-34F3-309E-E1659BFC0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94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BF6C-60FD-863F-8C99-72DBEFF07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63E17-14FF-6C76-7F37-FA9BD443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39AC7-FC59-F4C7-197E-C201FCBAB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348FB-4F76-03FF-4AD6-819812C40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CE217-020D-3897-E181-3B51BE1D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5642C-11C2-3D64-F3AE-E91D20A1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2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3FEE-F974-F7CA-BEF1-80E18184E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B082EB-E533-A6CB-3D0C-FD2F6C5A3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9DB1C-F5F6-7F02-85C5-B41D55007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B638F-21F0-0BA8-729F-DFEBEE646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167E1-4CE4-1499-FE5E-93BDCD39B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CA342-79B4-7820-1D53-73C0E8CD6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96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1CC1-C738-FF04-47B9-082DAF5B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C33A8-0FFA-3C1F-FF5D-8771E0FC5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0CC4E-1622-CA6B-990B-985ECB0B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454FF-287D-CE70-7EB2-D7C6445B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D0B98-F645-0A9D-AEBF-A73E31DB9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977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DBF84-635C-22B4-633F-FD0C51B36E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F44848-429E-DC09-7D94-E4E5B1A164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81323-9B24-6AEC-F2E1-BFB0A5C2C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6DC55-8B3E-C179-DDFD-C188152C2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01B11-A99C-D19B-90A0-7EDF14C88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303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9F697E-047B-71D3-128E-1E048CE78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53922-B2AB-8951-9CB5-502F829C0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4A673-0641-3F80-810A-979274C3CC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0C2EE-B37C-4C7B-9F69-2A62450F9A56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F166D-6D6F-D46C-D4F1-9CA693609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3655C-CABB-0EE7-94F2-A04EBA720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F5FD25-808D-4FDA-991B-DA84D0257B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3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E6CFD3-118E-38AF-A29F-8A8781C542BD}"/>
              </a:ext>
            </a:extLst>
          </p:cNvPr>
          <p:cNvSpPr txBox="1"/>
          <p:nvPr/>
        </p:nvSpPr>
        <p:spPr>
          <a:xfrm>
            <a:off x="434714" y="2459504"/>
            <a:ext cx="50217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QUICK</a:t>
            </a:r>
            <a:r>
              <a:rPr lang="en-IN" sz="6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sz="60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BITE DASHBOARD</a:t>
            </a:r>
          </a:p>
        </p:txBody>
      </p:sp>
    </p:spTree>
    <p:extLst>
      <p:ext uri="{BB962C8B-B14F-4D97-AF65-F5344CB8AC3E}">
        <p14:creationId xmlns:p14="http://schemas.microsoft.com/office/powerpoint/2010/main" val="155990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02243-8D91-1A17-E125-4BB471B0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7DDC52-A4EA-4B54-211A-40C83797F381}"/>
              </a:ext>
            </a:extLst>
          </p:cNvPr>
          <p:cNvSpPr txBox="1"/>
          <p:nvPr/>
        </p:nvSpPr>
        <p:spPr>
          <a:xfrm>
            <a:off x="434714" y="2459504"/>
            <a:ext cx="5021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QUICK</a:t>
            </a:r>
            <a:r>
              <a:rPr lang="en-IN" sz="60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sz="60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BITE</a:t>
            </a:r>
          </a:p>
        </p:txBody>
      </p:sp>
    </p:spTree>
    <p:extLst>
      <p:ext uri="{BB962C8B-B14F-4D97-AF65-F5344CB8AC3E}">
        <p14:creationId xmlns:p14="http://schemas.microsoft.com/office/powerpoint/2010/main" val="2564756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5749D-47F4-F810-D014-10E783A40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404DB7-41D7-C63E-9807-1AD2A8D6AC53}"/>
              </a:ext>
            </a:extLst>
          </p:cNvPr>
          <p:cNvSpPr/>
          <p:nvPr/>
        </p:nvSpPr>
        <p:spPr>
          <a:xfrm>
            <a:off x="209861" y="1322108"/>
            <a:ext cx="2068643" cy="5393484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Delivery with solid fill">
            <a:extLst>
              <a:ext uri="{FF2B5EF4-FFF2-40B4-BE49-F238E27FC236}">
                <a16:creationId xmlns:a16="http://schemas.microsoft.com/office/drawing/2014/main" id="{28DCE817-6506-E1FE-93CE-428AB7CC11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170" y="-161916"/>
            <a:ext cx="1484024" cy="1484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036929-E129-37FD-D8DF-997AD6A8AF6E}"/>
              </a:ext>
            </a:extLst>
          </p:cNvPr>
          <p:cNvSpPr txBox="1"/>
          <p:nvPr/>
        </p:nvSpPr>
        <p:spPr>
          <a:xfrm>
            <a:off x="295635" y="2841915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Overall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5A9215-0AA1-B360-6398-367B9BD84D13}"/>
              </a:ext>
            </a:extLst>
          </p:cNvPr>
          <p:cNvSpPr txBox="1"/>
          <p:nvPr/>
        </p:nvSpPr>
        <p:spPr>
          <a:xfrm>
            <a:off x="258578" y="3750120"/>
            <a:ext cx="146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Customers</a:t>
            </a:r>
            <a:endParaRPr lang="en-IN" sz="2000" dirty="0">
              <a:solidFill>
                <a:srgbClr val="E6D6F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89255-3FAF-38D8-EC41-763A900DF2FA}"/>
              </a:ext>
            </a:extLst>
          </p:cNvPr>
          <p:cNvSpPr txBox="1"/>
          <p:nvPr/>
        </p:nvSpPr>
        <p:spPr>
          <a:xfrm>
            <a:off x="258578" y="4690622"/>
            <a:ext cx="1618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Restaurants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98B68F-47C3-C2F5-B1E8-6800CB417EF6}"/>
              </a:ext>
            </a:extLst>
          </p:cNvPr>
          <p:cNvSpPr txBox="1"/>
          <p:nvPr/>
        </p:nvSpPr>
        <p:spPr>
          <a:xfrm>
            <a:off x="348519" y="5598827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Drivers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89591E-D210-EDC9-7B61-6B376636BDB8}"/>
              </a:ext>
            </a:extLst>
          </p:cNvPr>
          <p:cNvSpPr txBox="1"/>
          <p:nvPr/>
        </p:nvSpPr>
        <p:spPr>
          <a:xfrm>
            <a:off x="295361" y="2024416"/>
            <a:ext cx="989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Home</a:t>
            </a:r>
            <a:endParaRPr lang="en-IN" sz="2000" dirty="0">
              <a:solidFill>
                <a:srgbClr val="E6D6F2"/>
              </a:solidFill>
            </a:endParaRPr>
          </a:p>
        </p:txBody>
      </p:sp>
      <p:pic>
        <p:nvPicPr>
          <p:cNvPr id="10" name="Graphic 9" descr="Motorcycle outline">
            <a:extLst>
              <a:ext uri="{FF2B5EF4-FFF2-40B4-BE49-F238E27FC236}">
                <a16:creationId xmlns:a16="http://schemas.microsoft.com/office/drawing/2014/main" id="{41C67B68-D720-45AC-9A97-7D0915F546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7889" y="5448852"/>
            <a:ext cx="595613" cy="595613"/>
          </a:xfrm>
          <a:prstGeom prst="rect">
            <a:avLst/>
          </a:prstGeom>
        </p:spPr>
      </p:pic>
      <p:pic>
        <p:nvPicPr>
          <p:cNvPr id="12" name="Graphic 11" descr="Gauge outline">
            <a:extLst>
              <a:ext uri="{FF2B5EF4-FFF2-40B4-BE49-F238E27FC236}">
                <a16:creationId xmlns:a16="http://schemas.microsoft.com/office/drawing/2014/main" id="{EBDDF4C2-EEDB-46C1-1913-C30BC9FB00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3802" y="1890734"/>
            <a:ext cx="595614" cy="595614"/>
          </a:xfrm>
          <a:prstGeom prst="rect">
            <a:avLst/>
          </a:prstGeom>
        </p:spPr>
      </p:pic>
      <p:pic>
        <p:nvPicPr>
          <p:cNvPr id="14" name="Graphic 13" descr="Clipboard All Crosses with solid fill">
            <a:extLst>
              <a:ext uri="{FF2B5EF4-FFF2-40B4-BE49-F238E27FC236}">
                <a16:creationId xmlns:a16="http://schemas.microsoft.com/office/drawing/2014/main" id="{89BCAAE2-0CB1-6CB8-EB3E-E0AFBD31BF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9708" y="2828246"/>
            <a:ext cx="433279" cy="433279"/>
          </a:xfrm>
          <a:prstGeom prst="rect">
            <a:avLst/>
          </a:prstGeom>
        </p:spPr>
      </p:pic>
      <p:pic>
        <p:nvPicPr>
          <p:cNvPr id="16" name="Graphic 15" descr="Waiter female with solid fill">
            <a:extLst>
              <a:ext uri="{FF2B5EF4-FFF2-40B4-BE49-F238E27FC236}">
                <a16:creationId xmlns:a16="http://schemas.microsoft.com/office/drawing/2014/main" id="{2717B45C-2D47-8FBF-5B01-3D29F38DA5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2408" y="3623601"/>
            <a:ext cx="483317" cy="483317"/>
          </a:xfrm>
          <a:prstGeom prst="rect">
            <a:avLst/>
          </a:prstGeom>
        </p:spPr>
      </p:pic>
      <p:pic>
        <p:nvPicPr>
          <p:cNvPr id="18" name="Graphic 17" descr="Burger and drink outline">
            <a:extLst>
              <a:ext uri="{FF2B5EF4-FFF2-40B4-BE49-F238E27FC236}">
                <a16:creationId xmlns:a16="http://schemas.microsoft.com/office/drawing/2014/main" id="{55442E49-C5AA-0AB5-3942-46FD559EB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0795" y="4593652"/>
            <a:ext cx="464695" cy="4646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778056E-77BA-5391-2632-605EF583719D}"/>
              </a:ext>
            </a:extLst>
          </p:cNvPr>
          <p:cNvSpPr txBox="1"/>
          <p:nvPr/>
        </p:nvSpPr>
        <p:spPr>
          <a:xfrm>
            <a:off x="534765" y="911968"/>
            <a:ext cx="145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QUICK</a:t>
            </a:r>
            <a:r>
              <a:rPr lang="en-IN" sz="1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BITE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D1B1B-D26F-B236-9ABA-CD06E80C8EBD}"/>
              </a:ext>
            </a:extLst>
          </p:cNvPr>
          <p:cNvSpPr txBox="1"/>
          <p:nvPr/>
        </p:nvSpPr>
        <p:spPr>
          <a:xfrm>
            <a:off x="2278503" y="267423"/>
            <a:ext cx="54176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n-US" sz="4400" dirty="0"/>
              <a:t>Customers Insights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63002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7D53A-D20D-7A81-928D-706B938EF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07058B-03D3-1988-7A27-68FF2F5DACDC}"/>
              </a:ext>
            </a:extLst>
          </p:cNvPr>
          <p:cNvSpPr/>
          <p:nvPr/>
        </p:nvSpPr>
        <p:spPr>
          <a:xfrm>
            <a:off x="209861" y="1322108"/>
            <a:ext cx="2068643" cy="5393484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Delivery with solid fill">
            <a:extLst>
              <a:ext uri="{FF2B5EF4-FFF2-40B4-BE49-F238E27FC236}">
                <a16:creationId xmlns:a16="http://schemas.microsoft.com/office/drawing/2014/main" id="{7C051D53-30F1-B036-283D-3C4215A55D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170" y="-161916"/>
            <a:ext cx="1484024" cy="1484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BBE9B7-C314-2600-E9EB-DAAB0A4761E2}"/>
              </a:ext>
            </a:extLst>
          </p:cNvPr>
          <p:cNvSpPr txBox="1"/>
          <p:nvPr/>
        </p:nvSpPr>
        <p:spPr>
          <a:xfrm>
            <a:off x="295635" y="2841915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Overall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E62AA-E20E-7E74-8DDE-83204FA8EA69}"/>
              </a:ext>
            </a:extLst>
          </p:cNvPr>
          <p:cNvSpPr txBox="1"/>
          <p:nvPr/>
        </p:nvSpPr>
        <p:spPr>
          <a:xfrm>
            <a:off x="258578" y="3750120"/>
            <a:ext cx="146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Customers</a:t>
            </a:r>
            <a:endParaRPr lang="en-IN" sz="2000" dirty="0">
              <a:solidFill>
                <a:srgbClr val="E6D6F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E4A6AF-221A-9C5A-ED44-01BB6604499F}"/>
              </a:ext>
            </a:extLst>
          </p:cNvPr>
          <p:cNvSpPr txBox="1"/>
          <p:nvPr/>
        </p:nvSpPr>
        <p:spPr>
          <a:xfrm>
            <a:off x="258578" y="4690622"/>
            <a:ext cx="1618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Restaurants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EA319-E8CB-3892-5D5E-0C5FC860F56A}"/>
              </a:ext>
            </a:extLst>
          </p:cNvPr>
          <p:cNvSpPr txBox="1"/>
          <p:nvPr/>
        </p:nvSpPr>
        <p:spPr>
          <a:xfrm>
            <a:off x="348519" y="5598827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Drivers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16219D-DFAD-BE95-B802-21692176DC0B}"/>
              </a:ext>
            </a:extLst>
          </p:cNvPr>
          <p:cNvSpPr txBox="1"/>
          <p:nvPr/>
        </p:nvSpPr>
        <p:spPr>
          <a:xfrm>
            <a:off x="295361" y="2024416"/>
            <a:ext cx="989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Home</a:t>
            </a:r>
            <a:endParaRPr lang="en-IN" sz="2000" dirty="0">
              <a:solidFill>
                <a:srgbClr val="E6D6F2"/>
              </a:solidFill>
            </a:endParaRPr>
          </a:p>
        </p:txBody>
      </p:sp>
      <p:pic>
        <p:nvPicPr>
          <p:cNvPr id="10" name="Graphic 9" descr="Motorcycle outline">
            <a:extLst>
              <a:ext uri="{FF2B5EF4-FFF2-40B4-BE49-F238E27FC236}">
                <a16:creationId xmlns:a16="http://schemas.microsoft.com/office/drawing/2014/main" id="{0504043F-8367-FC8C-3E4F-1264BA695A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7889" y="5448852"/>
            <a:ext cx="595613" cy="595613"/>
          </a:xfrm>
          <a:prstGeom prst="rect">
            <a:avLst/>
          </a:prstGeom>
        </p:spPr>
      </p:pic>
      <p:pic>
        <p:nvPicPr>
          <p:cNvPr id="12" name="Graphic 11" descr="Gauge outline">
            <a:extLst>
              <a:ext uri="{FF2B5EF4-FFF2-40B4-BE49-F238E27FC236}">
                <a16:creationId xmlns:a16="http://schemas.microsoft.com/office/drawing/2014/main" id="{AC5EED18-4367-466C-C8C2-94BFB7D702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3802" y="1890734"/>
            <a:ext cx="595614" cy="595614"/>
          </a:xfrm>
          <a:prstGeom prst="rect">
            <a:avLst/>
          </a:prstGeom>
        </p:spPr>
      </p:pic>
      <p:pic>
        <p:nvPicPr>
          <p:cNvPr id="14" name="Graphic 13" descr="Clipboard All Crosses with solid fill">
            <a:extLst>
              <a:ext uri="{FF2B5EF4-FFF2-40B4-BE49-F238E27FC236}">
                <a16:creationId xmlns:a16="http://schemas.microsoft.com/office/drawing/2014/main" id="{6B587AB9-E8C5-12B5-B5E6-3983784673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9708" y="2828246"/>
            <a:ext cx="433279" cy="433279"/>
          </a:xfrm>
          <a:prstGeom prst="rect">
            <a:avLst/>
          </a:prstGeom>
        </p:spPr>
      </p:pic>
      <p:pic>
        <p:nvPicPr>
          <p:cNvPr id="16" name="Graphic 15" descr="Waiter female with solid fill">
            <a:extLst>
              <a:ext uri="{FF2B5EF4-FFF2-40B4-BE49-F238E27FC236}">
                <a16:creationId xmlns:a16="http://schemas.microsoft.com/office/drawing/2014/main" id="{E1B47403-3984-CA51-6BC7-96B5099C7A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2408" y="3623601"/>
            <a:ext cx="483317" cy="483317"/>
          </a:xfrm>
          <a:prstGeom prst="rect">
            <a:avLst/>
          </a:prstGeom>
        </p:spPr>
      </p:pic>
      <p:pic>
        <p:nvPicPr>
          <p:cNvPr id="18" name="Graphic 17" descr="Burger and drink outline">
            <a:extLst>
              <a:ext uri="{FF2B5EF4-FFF2-40B4-BE49-F238E27FC236}">
                <a16:creationId xmlns:a16="http://schemas.microsoft.com/office/drawing/2014/main" id="{A7B9A0A2-7FD5-9E32-A8B8-915C4B444E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0795" y="4593652"/>
            <a:ext cx="464695" cy="4646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96E5379-7A46-8295-79B0-91DF7725677B}"/>
              </a:ext>
            </a:extLst>
          </p:cNvPr>
          <p:cNvSpPr txBox="1"/>
          <p:nvPr/>
        </p:nvSpPr>
        <p:spPr>
          <a:xfrm>
            <a:off x="534765" y="911968"/>
            <a:ext cx="145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QUICK</a:t>
            </a:r>
            <a:r>
              <a:rPr lang="en-IN" sz="1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BITE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0854E1-5243-0C66-63D8-0B41C76F1BF5}"/>
              </a:ext>
            </a:extLst>
          </p:cNvPr>
          <p:cNvSpPr txBox="1"/>
          <p:nvPr/>
        </p:nvSpPr>
        <p:spPr>
          <a:xfrm>
            <a:off x="2278502" y="301728"/>
            <a:ext cx="71398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n-US" sz="4000" dirty="0"/>
              <a:t>Restaurants Performance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41434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6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E4168-723D-1705-5F32-66C40B43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9BC1F-CAED-E105-34FD-180949307AC7}"/>
              </a:ext>
            </a:extLst>
          </p:cNvPr>
          <p:cNvSpPr/>
          <p:nvPr/>
        </p:nvSpPr>
        <p:spPr>
          <a:xfrm>
            <a:off x="209861" y="1322108"/>
            <a:ext cx="2068643" cy="5393484"/>
          </a:xfrm>
          <a:prstGeom prst="rect">
            <a:avLst/>
          </a:prstGeom>
          <a:solidFill>
            <a:srgbClr val="662D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Delivery with solid fill">
            <a:extLst>
              <a:ext uri="{FF2B5EF4-FFF2-40B4-BE49-F238E27FC236}">
                <a16:creationId xmlns:a16="http://schemas.microsoft.com/office/drawing/2014/main" id="{C758AAA8-3315-813A-5718-B1CCC3888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170" y="-161916"/>
            <a:ext cx="1484024" cy="14840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03116-81DB-79DF-95BD-AAAAA822A266}"/>
              </a:ext>
            </a:extLst>
          </p:cNvPr>
          <p:cNvSpPr txBox="1"/>
          <p:nvPr/>
        </p:nvSpPr>
        <p:spPr>
          <a:xfrm>
            <a:off x="295635" y="2841915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Overall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70E27-BC54-6648-C35D-9FF0680DF646}"/>
              </a:ext>
            </a:extLst>
          </p:cNvPr>
          <p:cNvSpPr txBox="1"/>
          <p:nvPr/>
        </p:nvSpPr>
        <p:spPr>
          <a:xfrm>
            <a:off x="258578" y="3750120"/>
            <a:ext cx="1469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Customers</a:t>
            </a:r>
            <a:endParaRPr lang="en-IN" sz="2000" dirty="0">
              <a:solidFill>
                <a:srgbClr val="E6D6F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66614E-0AB1-DE44-3804-5D3F2B1A7363}"/>
              </a:ext>
            </a:extLst>
          </p:cNvPr>
          <p:cNvSpPr txBox="1"/>
          <p:nvPr/>
        </p:nvSpPr>
        <p:spPr>
          <a:xfrm>
            <a:off x="258578" y="4690622"/>
            <a:ext cx="1618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Restaurants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CD311-6017-D4C9-922F-881D591A3EF5}"/>
              </a:ext>
            </a:extLst>
          </p:cNvPr>
          <p:cNvSpPr txBox="1"/>
          <p:nvPr/>
        </p:nvSpPr>
        <p:spPr>
          <a:xfrm>
            <a:off x="348519" y="5598827"/>
            <a:ext cx="1030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>
                <a:solidFill>
                  <a:srgbClr val="E6D6F2"/>
                </a:solidFill>
              </a:defRPr>
            </a:lvl1pPr>
          </a:lstStyle>
          <a:p>
            <a:r>
              <a:rPr lang="en-US" dirty="0"/>
              <a:t>Drivers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1F9766-D8CF-995C-19B7-097DD24961CC}"/>
              </a:ext>
            </a:extLst>
          </p:cNvPr>
          <p:cNvSpPr txBox="1"/>
          <p:nvPr/>
        </p:nvSpPr>
        <p:spPr>
          <a:xfrm>
            <a:off x="295361" y="2024416"/>
            <a:ext cx="9893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6D6F2"/>
                </a:solidFill>
              </a:rPr>
              <a:t>Home</a:t>
            </a:r>
            <a:endParaRPr lang="en-IN" sz="2000" dirty="0">
              <a:solidFill>
                <a:srgbClr val="E6D6F2"/>
              </a:solidFill>
            </a:endParaRPr>
          </a:p>
        </p:txBody>
      </p:sp>
      <p:pic>
        <p:nvPicPr>
          <p:cNvPr id="10" name="Graphic 9" descr="Motorcycle outline">
            <a:extLst>
              <a:ext uri="{FF2B5EF4-FFF2-40B4-BE49-F238E27FC236}">
                <a16:creationId xmlns:a16="http://schemas.microsoft.com/office/drawing/2014/main" id="{D6CF8271-15A0-5BC5-E274-C952E04E6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17889" y="5448852"/>
            <a:ext cx="595613" cy="595613"/>
          </a:xfrm>
          <a:prstGeom prst="rect">
            <a:avLst/>
          </a:prstGeom>
        </p:spPr>
      </p:pic>
      <p:pic>
        <p:nvPicPr>
          <p:cNvPr id="12" name="Graphic 11" descr="Gauge outline">
            <a:extLst>
              <a:ext uri="{FF2B5EF4-FFF2-40B4-BE49-F238E27FC236}">
                <a16:creationId xmlns:a16="http://schemas.microsoft.com/office/drawing/2014/main" id="{CF7F4DA9-9929-C4E5-6D7A-9D7CE269C4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83802" y="1890734"/>
            <a:ext cx="595614" cy="595614"/>
          </a:xfrm>
          <a:prstGeom prst="rect">
            <a:avLst/>
          </a:prstGeom>
        </p:spPr>
      </p:pic>
      <p:pic>
        <p:nvPicPr>
          <p:cNvPr id="14" name="Graphic 13" descr="Clipboard All Crosses with solid fill">
            <a:extLst>
              <a:ext uri="{FF2B5EF4-FFF2-40B4-BE49-F238E27FC236}">
                <a16:creationId xmlns:a16="http://schemas.microsoft.com/office/drawing/2014/main" id="{0CBEC4F9-612C-FE8C-3E42-79962B1CC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9708" y="2828246"/>
            <a:ext cx="433279" cy="433279"/>
          </a:xfrm>
          <a:prstGeom prst="rect">
            <a:avLst/>
          </a:prstGeom>
        </p:spPr>
      </p:pic>
      <p:pic>
        <p:nvPicPr>
          <p:cNvPr id="16" name="Graphic 15" descr="Waiter female with solid fill">
            <a:extLst>
              <a:ext uri="{FF2B5EF4-FFF2-40B4-BE49-F238E27FC236}">
                <a16:creationId xmlns:a16="http://schemas.microsoft.com/office/drawing/2014/main" id="{443EF603-EAEA-0E1F-A41B-0C5989D5CE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2408" y="3623601"/>
            <a:ext cx="483317" cy="483317"/>
          </a:xfrm>
          <a:prstGeom prst="rect">
            <a:avLst/>
          </a:prstGeom>
        </p:spPr>
      </p:pic>
      <p:pic>
        <p:nvPicPr>
          <p:cNvPr id="18" name="Graphic 17" descr="Burger and drink outline">
            <a:extLst>
              <a:ext uri="{FF2B5EF4-FFF2-40B4-BE49-F238E27FC236}">
                <a16:creationId xmlns:a16="http://schemas.microsoft.com/office/drawing/2014/main" id="{8CE71974-60B9-6394-57FE-E21101B18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80795" y="4593652"/>
            <a:ext cx="464695" cy="46469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6BE44BD-4057-F5C6-08D8-B72D40AD79E8}"/>
              </a:ext>
            </a:extLst>
          </p:cNvPr>
          <p:cNvSpPr txBox="1"/>
          <p:nvPr/>
        </p:nvSpPr>
        <p:spPr>
          <a:xfrm>
            <a:off x="534765" y="911968"/>
            <a:ext cx="1451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QUICK</a:t>
            </a:r>
            <a:r>
              <a:rPr lang="en-IN" sz="1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lang="en-IN" sz="1800" dirty="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BITE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5B803-4874-0A4B-FB3A-DAAEFDB6BEC4}"/>
              </a:ext>
            </a:extLst>
          </p:cNvPr>
          <p:cNvSpPr txBox="1"/>
          <p:nvPr/>
        </p:nvSpPr>
        <p:spPr>
          <a:xfrm>
            <a:off x="2278502" y="301728"/>
            <a:ext cx="57224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4400">
                <a:solidFill>
                  <a:srgbClr val="6D2CA8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defRPr>
            </a:lvl1pPr>
          </a:lstStyle>
          <a:p>
            <a:r>
              <a:rPr lang="en-US" dirty="0"/>
              <a:t>Drivers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451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EB71EE-FFCC-ED2A-EF7F-91DA1AEB1C92}"/>
              </a:ext>
            </a:extLst>
          </p:cNvPr>
          <p:cNvSpPr txBox="1"/>
          <p:nvPr/>
        </p:nvSpPr>
        <p:spPr>
          <a:xfrm>
            <a:off x="1757597" y="1471746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E6D6F2</a:t>
            </a:r>
          </a:p>
          <a:p>
            <a:endParaRPr lang="en-IN" dirty="0"/>
          </a:p>
          <a:p>
            <a:r>
              <a:rPr lang="en-IN" dirty="0"/>
              <a:t>662D91</a:t>
            </a:r>
          </a:p>
        </p:txBody>
      </p:sp>
      <p:pic>
        <p:nvPicPr>
          <p:cNvPr id="4" name="Graphic 3" descr="Upward trend outline">
            <a:extLst>
              <a:ext uri="{FF2B5EF4-FFF2-40B4-BE49-F238E27FC236}">
                <a16:creationId xmlns:a16="http://schemas.microsoft.com/office/drawing/2014/main" id="{DC8CF237-496A-FE85-B81E-3886B627B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2971800"/>
            <a:ext cx="914400" cy="914400"/>
          </a:xfrm>
          <a:prstGeom prst="rect">
            <a:avLst/>
          </a:prstGeom>
        </p:spPr>
      </p:pic>
      <p:pic>
        <p:nvPicPr>
          <p:cNvPr id="6" name="Graphic 5" descr="Delivery outline">
            <a:extLst>
              <a:ext uri="{FF2B5EF4-FFF2-40B4-BE49-F238E27FC236}">
                <a16:creationId xmlns:a16="http://schemas.microsoft.com/office/drawing/2014/main" id="{B6C1FF26-3E23-914D-FE9E-90B3247495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5745" y="26725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76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34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ADLaM Display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Manasi Gandhi</dc:creator>
  <cp:lastModifiedBy>Manasi Gandhi</cp:lastModifiedBy>
  <cp:revision>12</cp:revision>
  <dcterms:created xsi:type="dcterms:W3CDTF">2026-04-18T10:25:00Z</dcterms:created>
  <dcterms:modified xsi:type="dcterms:W3CDTF">2026-04-21T06:42:10Z</dcterms:modified>
</cp:coreProperties>
</file>